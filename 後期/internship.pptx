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7"/>
    <p:restoredTop sz="96110"/>
  </p:normalViewPr>
  <p:slideViewPr>
    <p:cSldViewPr snapToGrid="0">
      <p:cViewPr varScale="1">
        <p:scale>
          <a:sx n="118" d="100"/>
          <a:sy n="118" d="100"/>
        </p:scale>
        <p:origin x="1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6878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5088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4981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0928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870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9666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3387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5753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8931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7984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1938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9FC00-0242-E945-8496-2D4E3DF06A07}" type="datetimeFigureOut">
              <a:rPr lang="en-JP" smtClean="0"/>
              <a:t>2025/12/08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9ECC2-A487-A54F-A842-0926C7D6AD9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4519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4AA6-2F00-D1E1-95A4-67BF8FB22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519" y="1415144"/>
            <a:ext cx="8070961" cy="1055384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_Page</a:t>
            </a:r>
            <a:br>
              <a:rPr lang="mn-M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endParaRPr lang="en-JP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973EB-2DEE-FF9E-D8E0-E4E1446D3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195759"/>
            <a:ext cx="6858000" cy="2383428"/>
          </a:xfrm>
        </p:spPr>
        <p:txBody>
          <a:bodyPr>
            <a:normAutofit/>
          </a:bodyPr>
          <a:lstStyle/>
          <a:p>
            <a:r>
              <a:rPr lang="ja-JP" altLang="en-US" sz="21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公益財団法人 九州先端科学技術研究所</a:t>
            </a:r>
          </a:p>
          <a:p>
            <a:r>
              <a:rPr lang="en-US" sz="21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Institute of Systems, Information Technologies and Nanotechnologies (ISIT) internship student </a:t>
            </a:r>
            <a:endParaRPr lang="mn-MN" sz="21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endParaRPr lang="en-US" sz="21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ja-JP" altLang="en-US" sz="2100">
                <a:latin typeface="Meiryo" panose="020B0604030504040204" pitchFamily="34" charset="-128"/>
                <a:ea typeface="Meiryo" panose="020B0604030504040204" pitchFamily="34" charset="-128"/>
              </a:rPr>
              <a:t>発表者　：</a:t>
            </a:r>
            <a:r>
              <a:rPr lang="en-US" altLang="ja-JP" sz="2100" dirty="0">
                <a:latin typeface="Meiryo" panose="020B0604030504040204" pitchFamily="34" charset="-128"/>
                <a:ea typeface="Meiryo" panose="020B0604030504040204" pitchFamily="34" charset="-128"/>
              </a:rPr>
              <a:t>DAVAAKHUU   UNDARMAA</a:t>
            </a:r>
          </a:p>
          <a:p>
            <a:endParaRPr lang="en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2E5F8E-F96B-E2F2-A546-46C71417CDA7}"/>
              </a:ext>
            </a:extLst>
          </p:cNvPr>
          <p:cNvSpPr txBox="1"/>
          <p:nvPr/>
        </p:nvSpPr>
        <p:spPr>
          <a:xfrm>
            <a:off x="1094646" y="859533"/>
            <a:ext cx="7430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私はインターンシップで</a:t>
            </a:r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つの活動を行いました</a:t>
            </a:r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EDD0C-5E81-F99E-1E2C-96E98C9673A8}"/>
              </a:ext>
            </a:extLst>
          </p:cNvPr>
          <p:cNvSpPr txBox="1"/>
          <p:nvPr/>
        </p:nvSpPr>
        <p:spPr>
          <a:xfrm>
            <a:off x="619125" y="1780108"/>
            <a:ext cx="7905750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「ネットワークセキュリティ分析ツール」を作成しました。ログ解析を行いました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テスト用の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Web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サイトを作成して、攻撃からの守り方の基本を学びました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DVWA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というウェブ攻撃のパターンを学べるテスト用プログラムを使用していろいろな攻撃パターンで攻撃させながら、その基本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を学びました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endParaRPr lang="en-JP" sz="1350" dirty="0"/>
          </a:p>
        </p:txBody>
      </p:sp>
    </p:spTree>
    <p:extLst>
      <p:ext uri="{BB962C8B-B14F-4D97-AF65-F5344CB8AC3E}">
        <p14:creationId xmlns:p14="http://schemas.microsoft.com/office/powerpoint/2010/main" val="151441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A415-90D5-DB48-A67C-AEFE9555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878" y="718442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b="1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My chosen topic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DBE54-3091-F12F-E7D8-FFFB387417A4}"/>
              </a:ext>
            </a:extLst>
          </p:cNvPr>
          <p:cNvSpPr txBox="1"/>
          <p:nvPr/>
        </p:nvSpPr>
        <p:spPr>
          <a:xfrm>
            <a:off x="1219199" y="2136338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Traffic Eye_Log Analyzer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Web</a:t>
            </a:r>
            <a:r>
              <a:rPr lang="ja-JP" altLang="en-US" b="0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ページ上でのアクセス制御方法について調査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36016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9A1D-55B1-1187-1FA0-AD002EDF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b="1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選んだ理由 </a:t>
            </a:r>
            <a:r>
              <a:rPr lang="en-US" altLang="ja-JP" sz="3200" b="1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3200" b="1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Reason for choosing)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1774-B9D9-6F03-0808-801BD2C6D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21" y="1690689"/>
            <a:ext cx="7886700" cy="4464501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私は「ネットワークセキュリティ分析ツール」を作成しました。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そして実際の</a:t>
            </a:r>
            <a:r>
              <a:rPr lang="en-US" altLang="ja-JP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6</a:t>
            </a:r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日間のログの分析を行いました。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まず私は実際のログを手作業で分析しました。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１日間かけて手作業にて分析をしました。大変でした。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その苦労を考えてツールを作れないかと考えて なんと！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「ネットワークセキュリティ分析ツール」を作成しました。その名前は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「</a:t>
            </a:r>
            <a:r>
              <a:rPr lang="en-US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Traffic Eye_Log analyzer」</a:t>
            </a:r>
            <a:r>
              <a:rPr lang="ja-JP" altLang="en-US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です。サーバーログ解析システム</a:t>
            </a:r>
            <a:endParaRPr lang="ja-JP" altLang="en-US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48335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4B1CB-8079-E882-CA2A-7994CA267341}"/>
              </a:ext>
            </a:extLst>
          </p:cNvPr>
          <p:cNvSpPr txBox="1"/>
          <p:nvPr/>
        </p:nvSpPr>
        <p:spPr>
          <a:xfrm>
            <a:off x="957943" y="1447800"/>
            <a:ext cx="433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point </a:t>
            </a:r>
            <a:r>
              <a:rPr lang="mn-MN" dirty="0"/>
              <a:t>дээр</a:t>
            </a:r>
            <a:r>
              <a:rPr lang="en-US" dirty="0"/>
              <a:t> </a:t>
            </a:r>
            <a:r>
              <a:rPr lang="en-US" dirty="0" err="1"/>
              <a:t>vedio</a:t>
            </a:r>
            <a:r>
              <a:rPr lang="en-US" dirty="0"/>
              <a:t> </a:t>
            </a:r>
            <a:r>
              <a:rPr lang="mn-MN" dirty="0"/>
              <a:t>тавж болдог билүү 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4135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208</TotalTime>
  <Words>214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Meiryo</vt:lpstr>
      <vt:lpstr>Arial</vt:lpstr>
      <vt:lpstr>Calibri</vt:lpstr>
      <vt:lpstr>Calibri Light</vt:lpstr>
      <vt:lpstr>Times New Roman</vt:lpstr>
      <vt:lpstr>Office Theme</vt:lpstr>
      <vt:lpstr>Cybersecurity Web_Page Best Practices</vt:lpstr>
      <vt:lpstr>PowerPoint Presentation</vt:lpstr>
      <vt:lpstr>My chosen topic</vt:lpstr>
      <vt:lpstr>選んだ理由 (Reason for choosing)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Web_Page Best Practices</dc:title>
  <dc:creator>undarmaa581@gmail.com</dc:creator>
  <cp:lastModifiedBy>undarmaa581@gmail.com</cp:lastModifiedBy>
  <cp:revision>1</cp:revision>
  <dcterms:created xsi:type="dcterms:W3CDTF">2025-12-08T05:04:51Z</dcterms:created>
  <dcterms:modified xsi:type="dcterms:W3CDTF">2025-12-08T08:33:19Z</dcterms:modified>
</cp:coreProperties>
</file>